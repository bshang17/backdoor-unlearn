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1125951"/>
              <a:ext cx="3540142" cy="1689795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6624"/>
            <a:chOff x="33509396" y="4173207"/>
            <a:chExt cx="17236541" cy="1392662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3995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247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1429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176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142"/>
            <a:ext cx="17133739" cy="3814366"/>
            <a:chOff x="33509396" y="18437142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142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1886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1886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142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142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889"/>
            <a:ext cx="17178916" cy="2084288"/>
            <a:chOff x="33509396" y="22562889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889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889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bshang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bshang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