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1125951"/>
              <a:ext cx="3540142" cy="1689795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 (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7203"/>
            <a:chOff x="33509396" y="4173207"/>
            <a:chExt cx="17236541" cy="13927203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405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826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2008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755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374"/>
            <a:ext cx="17133739" cy="3814366"/>
            <a:chOff x="33509396" y="18437374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374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2118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2118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374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374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774"/>
            <a:ext cx="17178916" cy="2084288"/>
            <a:chOff x="33509396" y="22562774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774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774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bshang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bshang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